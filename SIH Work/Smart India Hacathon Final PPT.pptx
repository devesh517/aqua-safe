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418E685-E701-4311-9B50-0FF19C27B583}">
          <p14:sldIdLst>
            <p14:sldId id="291"/>
          </p14:sldIdLst>
        </p14:section>
        <p14:section name="Untitled Section" id="{135DC242-79F6-467F-A498-9364BE7E1527}">
          <p14:sldIdLst>
            <p14:sldId id="281"/>
            <p14:sldId id="290"/>
            <p14:sldId id="293"/>
            <p14:sldId id="294"/>
            <p14:sldId id="29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000"/>
    <a:srgbClr val="00CC00"/>
    <a:srgbClr val="9BBB59"/>
    <a:srgbClr val="39B0D4"/>
    <a:srgbClr val="727272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354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10/7/2025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pPr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pPr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pPr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pPr/>
              <a:t>10/7/2025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pPr/>
              <a:t>10/7/2025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pPr/>
              <a:t>10/7/2025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pPr/>
              <a:t>10/7/2025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pPr/>
              <a:t>10/7/2025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pPr/>
              <a:t>10/7/2025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pPr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pPr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pPr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xmlns="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xmlns="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549693"/>
            <a:ext cx="5924550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25067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Proposal for Design and development of application 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on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Heavy Metal Pollution indices</a:t>
            </a:r>
            <a:endParaRPr lang="en-US" sz="16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Miscellaneous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116347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Team Name- 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Decolians#3</a:t>
            </a:r>
            <a:endParaRPr lang="en-I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70084" y="170667"/>
            <a:ext cx="1914316" cy="792873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Decolians#3</a:t>
            </a:r>
            <a:endParaRPr lang="en-IN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7603" y="20132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xmlns="" id="{C462435A-A6F7-9770-39E5-F2AB3403E58D}"/>
              </a:ext>
            </a:extLst>
          </p:cNvPr>
          <p:cNvSpPr txBox="1"/>
          <p:nvPr/>
        </p:nvSpPr>
        <p:spPr>
          <a:xfrm>
            <a:off x="11337514" y="6406719"/>
            <a:ext cx="113028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TradeGothic"/>
              </a:rPr>
              <a:t>2</a:t>
            </a:r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34206"/>
            <a:ext cx="6858000" cy="572379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0200" y="1134206"/>
            <a:ext cx="5491800" cy="572379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86732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Decolians#3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" y="1485901"/>
            <a:ext cx="5727700" cy="537209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7350" y="1180994"/>
            <a:ext cx="6540500" cy="559985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88002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Decolians#3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179965"/>
            <a:ext cx="5360136" cy="567803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0137" y="1179964"/>
            <a:ext cx="6831863" cy="5617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86732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Decolians#3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5760"/>
            <a:ext cx="5232400" cy="571224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2399" y="1145760"/>
            <a:ext cx="6959601" cy="5712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85462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Decolians#3</a:t>
            </a:r>
            <a:endParaRPr lang="en-IN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329773" y="1549693"/>
            <a:ext cx="11251114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algn="just"/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🔹 </a:t>
            </a:r>
            <a:r>
              <a:rPr lang="en-US" sz="16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Research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Findings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algn="just"/>
            <a:endParaRPr lang="en-US" sz="16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Studied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global and national standards for permissible heavy metal limits (WHO, CPCB, BIS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Reviewed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recent studies on sensor integration, cloud analytics, and pollution indices.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Identified gap: Need for a digital system that computes and visualizes HMPI </a:t>
            </a:r>
            <a:r>
              <a:rPr lang="en-US" sz="1600" b="1">
                <a:latin typeface="Arial" panose="020B0604020202020204" pitchFamily="34" charset="0"/>
                <a:cs typeface="Arial" panose="020B0604020202020204" pitchFamily="34" charset="0"/>
              </a:rPr>
              <a:t>automatically</a:t>
            </a:r>
            <a:r>
              <a:rPr lang="en-US" sz="1600" b="1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🔹 </a:t>
            </a:r>
            <a:r>
              <a:rPr lang="en-US" sz="16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algn="just"/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Central Pollution Control Board (CPCB) – Annual Report on Water Quality, 2023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WHO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– Guidelines for Drinking Water Quality, 2022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Bureau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of Indian Standards (BIS) – IS 10500:2012, Drinking Water Specification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IEEE </a:t>
            </a:r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Xplore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IoT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-based Real-Time Water Quality Monitoring System, 2021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ResearchGate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– Computation of Heavy Metal Pollution Index (HMPI), 2020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data.gov.in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– National Open Data Portal, India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cpcb.nic.in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– Official CPCB Portal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lnSpc>
                <a:spcPct val="200000"/>
              </a:lnSpc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7999</TotalTime>
  <Words>223</Words>
  <Application>Microsoft Office PowerPoint</Application>
  <PresentationFormat>Widescreen</PresentationFormat>
  <Paragraphs>51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2025</vt:lpstr>
      <vt:lpstr>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DELL</cp:lastModifiedBy>
  <cp:revision>164</cp:revision>
  <dcterms:created xsi:type="dcterms:W3CDTF">2013-12-12T18:46:50Z</dcterms:created>
  <dcterms:modified xsi:type="dcterms:W3CDTF">2025-10-07T17:50:18Z</dcterms:modified>
  <cp:category/>
</cp:coreProperties>
</file>